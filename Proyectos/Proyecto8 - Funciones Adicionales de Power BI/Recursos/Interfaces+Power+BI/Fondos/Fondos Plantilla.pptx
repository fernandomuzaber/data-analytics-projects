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73" r:id="rId2"/>
    <p:sldId id="271" r:id="rId3"/>
    <p:sldId id="266" r:id="rId4"/>
    <p:sldId id="267" r:id="rId5"/>
    <p:sldId id="265" r:id="rId6"/>
    <p:sldId id="257" r:id="rId7"/>
    <p:sldId id="263" r:id="rId8"/>
    <p:sldId id="268" r:id="rId9"/>
    <p:sldId id="269" r:id="rId10"/>
    <p:sldId id="270" r:id="rId11"/>
    <p:sldId id="272" r:id="rId12"/>
    <p:sldId id="260" r:id="rId13"/>
    <p:sldId id="259" r:id="rId14"/>
    <p:sldId id="261" r:id="rId15"/>
    <p:sldId id="258" r:id="rId16"/>
    <p:sldId id="264" r:id="rId17"/>
  </p:sldIdLst>
  <p:sldSz cx="12192000" cy="6858000"/>
  <p:notesSz cx="7315200" cy="96012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DD6"/>
    <a:srgbClr val="D6E1EC"/>
    <a:srgbClr val="F4F9F1"/>
    <a:srgbClr val="FFFFFF"/>
    <a:srgbClr val="FBAD4B"/>
    <a:srgbClr val="4780FF"/>
    <a:srgbClr val="FF646C"/>
    <a:srgbClr val="FEA92D"/>
    <a:srgbClr val="286BFF"/>
    <a:srgbClr val="FA43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329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A4A21-89A1-040B-565E-5E6A8E0BC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960946-EEC9-581F-8B31-8F54284C7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4CFF15-0755-F2A7-D659-6C2CB7B89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C84F51-139B-3A85-057A-2DE512D6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F92CBD-1B11-8D45-2E80-30DEF4BC2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8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CFA7A-6C8F-26B8-B0DA-120FC4F0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7256E6-E731-3534-52F8-E1A0B7A23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74CA77-DCAC-B471-7558-289F7444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2A5599-17AD-C6A5-B04A-E4442963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6E7EE-B688-B552-9513-F5D7E1C5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6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927AF-CA65-B128-5D4E-7E81D5E0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244F09-ACE4-7D4D-DDF1-ACE051086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19D615-A45A-52A1-89B7-942727FF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8E3F6E-D20C-CF55-7590-3C53A1A6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D4CC1D-791D-03EC-5716-4BF611C4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6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3D636-C867-EFA4-8C00-E8670F0A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52B5E1-67CD-F702-9F11-EB2706BFA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37CEE5-67D3-E21C-A22C-5305ED6AA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33D57B-6B23-0C6E-8FCA-79B93E1E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75F986-E714-6BB2-F504-461828BC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F57DD3-E64D-91FA-5AE2-093AEE42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6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6C8FB-1B78-35EB-B93D-2DB1F575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7AE503-4E6A-4C3F-9C24-8BAAEAF67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2058AD-D90C-34CC-C411-746780643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F2ADDC-8DE2-6720-55F8-9B3DB3C556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40B1F1-BFDF-4D3D-1E10-0ACE600D5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B3EFB1-3E0A-51EE-CC62-D6DBABBA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215564-56B0-549B-CFF3-06AAB6A6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7A66A39-B143-5171-2BA1-DE681EA2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4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88D80-3E13-D7ED-BFDD-4BBEDB09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BEAFE0-9A73-A40F-C14F-893455DE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523AAA-D05F-F568-2C09-E897B1CB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56A75F-128A-3A46-341D-74222F6B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36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45749AD-037E-4FF9-EE48-AB033E95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79C88F-754E-C8D0-BB1B-62CFB7C3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5E5B13-5751-14B1-C75E-23FA2FDA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616C6-3E2A-C8D9-A257-7B32B887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0F1757-B14A-64C5-1E30-5DF3AEEEC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021C20-D2EC-DA43-8EA4-DF2077386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06D8F7-6166-B097-E3EB-44B69B75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8B1EC3-3B44-EDC6-79D8-F589CF08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B24806-9067-1BB3-4B3F-D51026430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4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AB097-1986-773A-72BB-BD06E1BF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FA87EC1-D328-0579-99E5-FAD8B24565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4730F4-46BF-3AA9-1FB4-05C0A01E3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672909-3E8A-D00A-1649-7FE3B921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2B3DC9-AAA4-E850-3BD8-92D1F8E8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28F260-C8D4-6666-C5D9-00F4ACEF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9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DB495-2D5A-9693-207A-CA121329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82089C-64F8-3507-5090-28A929653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3A7A0E-46A6-658D-545C-EAE7EB55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299F51-6B0B-0D88-94AB-557B3B9D9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8F29E0-E52F-2BA5-3C4D-DA506461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3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F95D7E-89A8-597C-793A-E900C1FEF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F9F4EC-89BF-00F9-5DDC-2C3385F78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86B018-A2B0-0FDE-8712-472B77D5C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53BFDA-18C0-68A3-E33B-C6AE4CCB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232ED6-93D9-D4D1-3272-FAC92B43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9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1BD5C1B-DC31-CE74-641D-DC7387AB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BC9144-A2F0-644F-C099-D869B6047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83345A-B2DF-E75B-72DC-0AF1435DD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C28E4-E6E7-4EAE-BF5F-E5655227AD2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DFC9C5-52C8-8749-2795-3EE5A8090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ED2F46-C764-699B-2C23-41C26CB2B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D108F-AF76-43BD-8B58-422745E650E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1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FBFBAD6-55E0-ADFA-60F9-87AE31982612}"/>
              </a:ext>
            </a:extLst>
          </p:cNvPr>
          <p:cNvSpPr/>
          <p:nvPr/>
        </p:nvSpPr>
        <p:spPr>
          <a:xfrm>
            <a:off x="193638" y="268941"/>
            <a:ext cx="11629016" cy="1237130"/>
          </a:xfrm>
          <a:prstGeom prst="rect">
            <a:avLst/>
          </a:prstGeom>
          <a:solidFill>
            <a:schemeClr val="accent1"/>
          </a:solidFill>
          <a:ln>
            <a:gradFill>
              <a:gsLst>
                <a:gs pos="91738">
                  <a:srgbClr val="8CCEED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15613">
                  <a:srgbClr val="D6EDF9"/>
                </a:gs>
                <a:gs pos="34850">
                  <a:srgbClr val="B6DFF4"/>
                </a:gs>
                <a:gs pos="55056">
                  <a:srgbClr val="94D1EE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274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>
                <a:lumMod val="95000"/>
              </a:schemeClr>
            </a:gs>
            <a:gs pos="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20869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1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5806" y="245806"/>
            <a:ext cx="11720052" cy="6371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0439" y="530942"/>
            <a:ext cx="11090787" cy="7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60439" y="1499420"/>
            <a:ext cx="5378245" cy="2315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72981" y="1499420"/>
            <a:ext cx="5378245" cy="2315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438" y="4058265"/>
            <a:ext cx="5378245" cy="2315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72981" y="4058265"/>
            <a:ext cx="5378245" cy="23154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6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5806" y="245806"/>
            <a:ext cx="11720052" cy="6371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60439" y="530942"/>
            <a:ext cx="11090787" cy="7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60439" y="1499419"/>
            <a:ext cx="5378245" cy="487434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72981" y="1499420"/>
            <a:ext cx="5378245" cy="4874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1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3000">
              <a:srgbClr val="F7F7F7"/>
            </a:gs>
            <a:gs pos="0">
              <a:schemeClr val="bg1"/>
            </a:gs>
            <a:gs pos="37000">
              <a:schemeClr val="bg1">
                <a:lumMod val="85000"/>
              </a:schemeClr>
            </a:gs>
            <a:gs pos="100000">
              <a:schemeClr val="bg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135" y="766916"/>
            <a:ext cx="2974260" cy="11602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5135" y="2128683"/>
            <a:ext cx="2974260" cy="116020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5134" y="3490450"/>
            <a:ext cx="2974261" cy="31463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60955" y="3490450"/>
            <a:ext cx="5397910" cy="31463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60425" y="3490450"/>
            <a:ext cx="2895601" cy="31463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60955" y="766916"/>
            <a:ext cx="5397910" cy="25219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60425" y="766916"/>
            <a:ext cx="2895601" cy="25219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2743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14633" y="344129"/>
            <a:ext cx="11572568" cy="6213987"/>
          </a:xfrm>
          <a:prstGeom prst="roundRect">
            <a:avLst>
              <a:gd name="adj" fmla="val 178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04684" y="1002889"/>
            <a:ext cx="3475703" cy="2298291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348316" y="1002888"/>
            <a:ext cx="3475703" cy="2298291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091949" y="1002889"/>
            <a:ext cx="3475703" cy="2298291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4684" y="3510116"/>
            <a:ext cx="5334000" cy="2651022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228735" y="3510116"/>
            <a:ext cx="5338917" cy="2651022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86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2743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14633" y="344129"/>
            <a:ext cx="11572568" cy="6213987"/>
          </a:xfrm>
          <a:prstGeom prst="roundRect">
            <a:avLst>
              <a:gd name="adj" fmla="val 178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04684" y="1562792"/>
            <a:ext cx="3475703" cy="1272875"/>
          </a:xfrm>
          <a:prstGeom prst="roundRect">
            <a:avLst>
              <a:gd name="adj" fmla="val 0"/>
            </a:avLst>
          </a:prstGeom>
          <a:solidFill>
            <a:srgbClr val="4780FF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348316" y="1562792"/>
            <a:ext cx="3475703" cy="1272874"/>
          </a:xfrm>
          <a:prstGeom prst="roundRect">
            <a:avLst>
              <a:gd name="adj" fmla="val 0"/>
            </a:avLst>
          </a:prstGeom>
          <a:solidFill>
            <a:srgbClr val="FF646C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091949" y="1562792"/>
            <a:ext cx="3475703" cy="1272875"/>
          </a:xfrm>
          <a:prstGeom prst="roundRect">
            <a:avLst>
              <a:gd name="adj" fmla="val 0"/>
            </a:avLst>
          </a:prstGeom>
          <a:solidFill>
            <a:srgbClr val="FBAD4B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4684" y="3087329"/>
            <a:ext cx="10962968" cy="30738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22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-820994"/>
            <a:ext cx="15525135" cy="7678994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14633" y="344129"/>
            <a:ext cx="11572568" cy="6213987"/>
          </a:xfrm>
          <a:prstGeom prst="roundRect">
            <a:avLst>
              <a:gd name="adj" fmla="val 1787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04684" y="1562792"/>
            <a:ext cx="3475703" cy="127287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780FF">
                  <a:shade val="30000"/>
                  <a:satMod val="115000"/>
                </a:srgbClr>
              </a:gs>
              <a:gs pos="50000">
                <a:srgbClr val="4780FF">
                  <a:shade val="67500"/>
                  <a:satMod val="115000"/>
                </a:srgbClr>
              </a:gs>
              <a:gs pos="100000">
                <a:srgbClr val="4780FF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348316" y="1562792"/>
            <a:ext cx="3475703" cy="127287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091949" y="1562792"/>
            <a:ext cx="3475703" cy="127287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4684" y="3087329"/>
            <a:ext cx="10962968" cy="30738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45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-820994"/>
            <a:ext cx="15525135" cy="7678994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14633" y="1140542"/>
            <a:ext cx="11572568" cy="5417574"/>
          </a:xfrm>
          <a:prstGeom prst="roundRect">
            <a:avLst>
              <a:gd name="adj" fmla="val 1787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04684" y="1562792"/>
            <a:ext cx="3475703" cy="127287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780FF">
                  <a:shade val="30000"/>
                  <a:satMod val="115000"/>
                </a:srgbClr>
              </a:gs>
              <a:gs pos="50000">
                <a:srgbClr val="4780FF">
                  <a:shade val="67500"/>
                  <a:satMod val="115000"/>
                </a:srgbClr>
              </a:gs>
              <a:gs pos="100000">
                <a:srgbClr val="4780FF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348316" y="1562792"/>
            <a:ext cx="3475703" cy="127287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091949" y="1562792"/>
            <a:ext cx="3475703" cy="127287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4684" y="3087329"/>
            <a:ext cx="10962968" cy="30738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14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20000"/>
                <a:lumOff val="80000"/>
              </a:schemeClr>
            </a:gs>
            <a:gs pos="0">
              <a:schemeClr val="accent1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9644380">
            <a:off x="-3413628" y="-2023368"/>
            <a:ext cx="18104378" cy="11379632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14633" y="1140542"/>
            <a:ext cx="11572568" cy="5417574"/>
          </a:xfrm>
          <a:prstGeom prst="roundRect">
            <a:avLst>
              <a:gd name="adj" fmla="val 1787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04684" y="1562792"/>
            <a:ext cx="3475703" cy="127287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780FF">
                  <a:shade val="30000"/>
                  <a:satMod val="115000"/>
                </a:srgbClr>
              </a:gs>
              <a:gs pos="50000">
                <a:srgbClr val="4780FF">
                  <a:shade val="67500"/>
                  <a:satMod val="115000"/>
                </a:srgbClr>
              </a:gs>
              <a:gs pos="100000">
                <a:srgbClr val="4780FF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348316" y="1562792"/>
            <a:ext cx="3475703" cy="127287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091949" y="1562792"/>
            <a:ext cx="3475703" cy="127287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4684" y="3087329"/>
            <a:ext cx="10962968" cy="30738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28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20000"/>
                <a:lumOff val="80000"/>
              </a:schemeClr>
            </a:gs>
            <a:gs pos="0">
              <a:schemeClr val="accent1">
                <a:lumMod val="20000"/>
                <a:lumOff val="8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9644380">
            <a:off x="-3413628" y="-2023368"/>
            <a:ext cx="18104378" cy="11379632"/>
          </a:xfrm>
          <a:prstGeom prst="rtTriangle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/>
          <p:cNvSpPr/>
          <p:nvPr/>
        </p:nvSpPr>
        <p:spPr>
          <a:xfrm rot="10602810">
            <a:off x="-2798872" y="-4396874"/>
            <a:ext cx="18104378" cy="11379632"/>
          </a:xfrm>
          <a:prstGeom prst="rtTriangle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/>
          <p:cNvSpPr/>
          <p:nvPr/>
        </p:nvSpPr>
        <p:spPr>
          <a:xfrm rot="10800000">
            <a:off x="-2951272" y="-4549274"/>
            <a:ext cx="18104378" cy="11379632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14633" y="1140542"/>
            <a:ext cx="11572568" cy="5417574"/>
          </a:xfrm>
          <a:prstGeom prst="roundRect">
            <a:avLst>
              <a:gd name="adj" fmla="val 1787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04684" y="1562792"/>
            <a:ext cx="3475703" cy="127287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780FF">
                  <a:shade val="30000"/>
                  <a:satMod val="115000"/>
                </a:srgbClr>
              </a:gs>
              <a:gs pos="50000">
                <a:srgbClr val="4780FF">
                  <a:shade val="67500"/>
                  <a:satMod val="115000"/>
                </a:srgbClr>
              </a:gs>
              <a:gs pos="100000">
                <a:srgbClr val="4780FF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348316" y="1562792"/>
            <a:ext cx="3475703" cy="127287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091949" y="1562792"/>
            <a:ext cx="3475703" cy="127287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04684" y="3087329"/>
            <a:ext cx="10962968" cy="30738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5400000" sx="101000" sy="101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60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100000">
              <a:schemeClr val="bg1">
                <a:lumMod val="6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546555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389238" y="344129"/>
            <a:ext cx="9566787" cy="6213987"/>
          </a:xfrm>
          <a:prstGeom prst="roundRect">
            <a:avLst>
              <a:gd name="adj" fmla="val 178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20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100000">
              <a:schemeClr val="bg1">
                <a:lumMod val="6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546555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389238" y="344129"/>
            <a:ext cx="9566787" cy="6213987"/>
          </a:xfrm>
          <a:prstGeom prst="roundRect">
            <a:avLst>
              <a:gd name="adj" fmla="val 1787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681166" y="4461965"/>
            <a:ext cx="2800227" cy="1696824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770015" y="4461965"/>
            <a:ext cx="2800227" cy="1696824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8858864" y="4461965"/>
            <a:ext cx="2800227" cy="1696824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2681166" y="2236433"/>
            <a:ext cx="4297378" cy="1957245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7273636" y="2236433"/>
            <a:ext cx="4385455" cy="1957245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29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100000">
              <a:schemeClr val="bg1">
                <a:lumMod val="6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546555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389238" y="344129"/>
            <a:ext cx="9566787" cy="6213987"/>
          </a:xfrm>
          <a:prstGeom prst="roundRect">
            <a:avLst>
              <a:gd name="adj" fmla="val 1787"/>
            </a:avLst>
          </a:prstGeom>
          <a:gradFill>
            <a:gsLst>
              <a:gs pos="54000">
                <a:srgbClr val="F4F9F1"/>
              </a:gs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681166" y="5142269"/>
            <a:ext cx="2800227" cy="1199536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770015" y="5142269"/>
            <a:ext cx="2800227" cy="1199536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8858864" y="5142269"/>
            <a:ext cx="2800227" cy="1199536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2681166" y="3807988"/>
            <a:ext cx="4297378" cy="1117969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7273636" y="2421732"/>
            <a:ext cx="4385455" cy="2504226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679324" y="2421732"/>
            <a:ext cx="4297378" cy="1117969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679324" y="560949"/>
            <a:ext cx="8979767" cy="1641477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 w="9525">
            <a:noFill/>
          </a:ln>
          <a:effectLst>
            <a:outerShdw blurRad="63500" sx="101000" sy="101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39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E2955"/>
            </a:gs>
            <a:gs pos="100000">
              <a:srgbClr val="181050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258529" y="3814916"/>
            <a:ext cx="4493341" cy="2576051"/>
          </a:xfrm>
          <a:prstGeom prst="roundRect">
            <a:avLst/>
          </a:prstGeom>
          <a:gradFill>
            <a:gsLst>
              <a:gs pos="100000">
                <a:srgbClr val="4E2955"/>
              </a:gs>
              <a:gs pos="0">
                <a:srgbClr val="73418F"/>
              </a:gs>
            </a:gsLst>
            <a:lin ang="8100000" scaled="0"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341807" y="3814915"/>
            <a:ext cx="4537587" cy="2576051"/>
          </a:xfrm>
          <a:prstGeom prst="roundRect">
            <a:avLst/>
          </a:prstGeom>
          <a:gradFill>
            <a:gsLst>
              <a:gs pos="100000">
                <a:srgbClr val="4E2955"/>
              </a:gs>
              <a:gs pos="0">
                <a:srgbClr val="73418F"/>
              </a:gs>
            </a:gsLst>
            <a:lin ang="2700000" scaled="0"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258530" y="875070"/>
            <a:ext cx="2821857" cy="2576051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2700000" scaled="0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658033" y="875070"/>
            <a:ext cx="2821857" cy="2576051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2700000" scaled="1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057537" y="875070"/>
            <a:ext cx="2821857" cy="2576051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8100000" scaled="0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08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E2955"/>
            </a:gs>
            <a:gs pos="100000">
              <a:srgbClr val="181050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258529" y="865239"/>
            <a:ext cx="4493341" cy="2576051"/>
          </a:xfrm>
          <a:prstGeom prst="roundRect">
            <a:avLst/>
          </a:prstGeom>
          <a:gradFill>
            <a:gsLst>
              <a:gs pos="0">
                <a:srgbClr val="4E2955"/>
              </a:gs>
              <a:gs pos="100000">
                <a:srgbClr val="73418F"/>
              </a:gs>
            </a:gsLst>
            <a:lin ang="2700000" scaled="0"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341807" y="865238"/>
            <a:ext cx="4537587" cy="2576051"/>
          </a:xfrm>
          <a:prstGeom prst="roundRect">
            <a:avLst/>
          </a:prstGeom>
          <a:gradFill>
            <a:gsLst>
              <a:gs pos="0">
                <a:srgbClr val="4E2955"/>
              </a:gs>
              <a:gs pos="100000">
                <a:srgbClr val="73418F"/>
              </a:gs>
            </a:gsLst>
            <a:lin ang="8100000" scaled="0"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258529" y="3814915"/>
            <a:ext cx="2821857" cy="2576051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16200000" scaled="0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658032" y="3814915"/>
            <a:ext cx="2821857" cy="2576051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16200000" scaled="0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057536" y="3814915"/>
            <a:ext cx="2821857" cy="2576051"/>
          </a:xfrm>
          <a:prstGeom prst="roundRect">
            <a:avLst/>
          </a:prstGeom>
          <a:gradFill flip="none" rotWithShape="1">
            <a:gsLst>
              <a:gs pos="0">
                <a:srgbClr val="4E2955"/>
              </a:gs>
              <a:gs pos="100000">
                <a:srgbClr val="73418F"/>
              </a:gs>
            </a:gsLst>
            <a:lin ang="16200000" scaled="0"/>
            <a:tileRect/>
          </a:gra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904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7062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Javier Gomez</dc:creator>
  <cp:lastModifiedBy>MUZABER FERNANDO ARIEL</cp:lastModifiedBy>
  <cp:revision>28</cp:revision>
  <dcterms:created xsi:type="dcterms:W3CDTF">2020-04-08T20:01:45Z</dcterms:created>
  <dcterms:modified xsi:type="dcterms:W3CDTF">2026-03-27T11:40:57Z</dcterms:modified>
</cp:coreProperties>
</file>